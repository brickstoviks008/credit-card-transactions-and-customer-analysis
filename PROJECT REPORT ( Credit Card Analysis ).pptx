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84" r:id="rId5"/>
    <p:sldId id="286" r:id="rId6"/>
    <p:sldId id="287" r:id="rId7"/>
    <p:sldId id="285" r:id="rId8"/>
    <p:sldId id="261" r:id="rId9"/>
    <p:sldId id="262" r:id="rId10"/>
    <p:sldId id="297" r:id="rId11"/>
    <p:sldId id="296" r:id="rId12"/>
    <p:sldId id="292" r:id="rId13"/>
    <p:sldId id="293" r:id="rId14"/>
    <p:sldId id="294" r:id="rId15"/>
    <p:sldId id="29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97EFD3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99" autoAdjust="0"/>
  </p:normalViewPr>
  <p:slideViewPr>
    <p:cSldViewPr snapToGrid="0" snapToObjects="1" showGuides="1">
      <p:cViewPr varScale="1">
        <p:scale>
          <a:sx n="62" d="100"/>
          <a:sy n="62" d="100"/>
        </p:scale>
        <p:origin x="828" y="44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hitya Harini Devaraj" userId="1eaeead4a0c4f217" providerId="LiveId" clId="{318D4D70-6870-4A95-9AE8-C01973377905}"/>
    <pc:docChg chg="undo redo custSel addSld delSld modSld">
      <pc:chgData name="Lohitya Harini Devaraj" userId="1eaeead4a0c4f217" providerId="LiveId" clId="{318D4D70-6870-4A95-9AE8-C01973377905}" dt="2026-03-04T15:07:18.119" v="1798" actId="20577"/>
      <pc:docMkLst>
        <pc:docMk/>
      </pc:docMkLst>
      <pc:sldChg chg="addSp delSp modSp mod">
        <pc:chgData name="Lohitya Harini Devaraj" userId="1eaeead4a0c4f217" providerId="LiveId" clId="{318D4D70-6870-4A95-9AE8-C01973377905}" dt="2026-03-04T14:16:59.221" v="826" actId="1076"/>
        <pc:sldMkLst>
          <pc:docMk/>
          <pc:sldMk cId="2831084956" sldId="261"/>
        </pc:sldMkLst>
        <pc:spChg chg="mod">
          <ac:chgData name="Lohitya Harini Devaraj" userId="1eaeead4a0c4f217" providerId="LiveId" clId="{318D4D70-6870-4A95-9AE8-C01973377905}" dt="2026-03-04T14:16:59.221" v="826" actId="1076"/>
          <ac:spMkLst>
            <pc:docMk/>
            <pc:sldMk cId="2831084956" sldId="261"/>
            <ac:spMk id="3" creationId="{B334037D-4CE3-17DC-7A2A-64E8120A9B43}"/>
          </ac:spMkLst>
        </pc:spChg>
        <pc:spChg chg="add mod">
          <ac:chgData name="Lohitya Harini Devaraj" userId="1eaeead4a0c4f217" providerId="LiveId" clId="{318D4D70-6870-4A95-9AE8-C01973377905}" dt="2026-03-04T06:45:21.956" v="395" actId="113"/>
          <ac:spMkLst>
            <pc:docMk/>
            <pc:sldMk cId="2831084956" sldId="261"/>
            <ac:spMk id="6" creationId="{7059088A-7C61-49D9-1B52-03C3E460A85E}"/>
          </ac:spMkLst>
        </pc:spChg>
        <pc:spChg chg="mod">
          <ac:chgData name="Lohitya Harini Devaraj" userId="1eaeead4a0c4f217" providerId="LiveId" clId="{318D4D70-6870-4A95-9AE8-C01973377905}" dt="2026-03-04T14:15:17.377" v="781" actId="1076"/>
          <ac:spMkLst>
            <pc:docMk/>
            <pc:sldMk cId="2831084956" sldId="261"/>
            <ac:spMk id="17" creationId="{135DEC17-7793-A28F-6420-878EDB94ED9C}"/>
          </ac:spMkLst>
        </pc:spChg>
        <pc:graphicFrameChg chg="del mod">
          <ac:chgData name="Lohitya Harini Devaraj" userId="1eaeead4a0c4f217" providerId="LiveId" clId="{318D4D70-6870-4A95-9AE8-C01973377905}" dt="2026-03-04T06:34:11.734" v="58" actId="478"/>
          <ac:graphicFrameMkLst>
            <pc:docMk/>
            <pc:sldMk cId="2831084956" sldId="261"/>
            <ac:graphicFrameMk id="7" creationId="{7E0EC39C-E7E1-4A4A-B298-8D66CD618ECA}"/>
          </ac:graphicFrameMkLst>
        </pc:graphicFrameChg>
      </pc:sldChg>
      <pc:sldChg chg="addSp delSp modSp mod">
        <pc:chgData name="Lohitya Harini Devaraj" userId="1eaeead4a0c4f217" providerId="LiveId" clId="{318D4D70-6870-4A95-9AE8-C01973377905}" dt="2026-03-04T14:17:14.895" v="832" actId="1076"/>
        <pc:sldMkLst>
          <pc:docMk/>
          <pc:sldMk cId="2011023441" sldId="262"/>
        </pc:sldMkLst>
        <pc:spChg chg="mod">
          <ac:chgData name="Lohitya Harini Devaraj" userId="1eaeead4a0c4f217" providerId="LiveId" clId="{318D4D70-6870-4A95-9AE8-C01973377905}" dt="2026-03-04T14:17:14.895" v="832" actId="1076"/>
          <ac:spMkLst>
            <pc:docMk/>
            <pc:sldMk cId="2011023441" sldId="262"/>
            <ac:spMk id="3" creationId="{5D99E0B8-E907-B063-5006-1AC4BB8FC787}"/>
          </ac:spMkLst>
        </pc:spChg>
        <pc:spChg chg="add del mod">
          <ac:chgData name="Lohitya Harini Devaraj" userId="1eaeead4a0c4f217" providerId="LiveId" clId="{318D4D70-6870-4A95-9AE8-C01973377905}" dt="2026-03-04T06:49:38.519" v="415" actId="931"/>
          <ac:spMkLst>
            <pc:docMk/>
            <pc:sldMk cId="2011023441" sldId="262"/>
            <ac:spMk id="6" creationId="{3E441CDC-F54E-2852-530E-7158115C8789}"/>
          </ac:spMkLst>
        </pc:spChg>
        <pc:spChg chg="mod">
          <ac:chgData name="Lohitya Harini Devaraj" userId="1eaeead4a0c4f217" providerId="LiveId" clId="{318D4D70-6870-4A95-9AE8-C01973377905}" dt="2026-03-04T06:53:24.923" v="455" actId="1076"/>
          <ac:spMkLst>
            <pc:docMk/>
            <pc:sldMk cId="2011023441" sldId="262"/>
            <ac:spMk id="11" creationId="{C8C7540E-B0E4-8988-0AC7-7E0E7DD8192E}"/>
          </ac:spMkLst>
        </pc:spChg>
        <pc:graphicFrameChg chg="del">
          <ac:chgData name="Lohitya Harini Devaraj" userId="1eaeead4a0c4f217" providerId="LiveId" clId="{318D4D70-6870-4A95-9AE8-C01973377905}" dt="2026-03-04T06:46:21.110" v="414" actId="478"/>
          <ac:graphicFrameMkLst>
            <pc:docMk/>
            <pc:sldMk cId="2011023441" sldId="262"/>
            <ac:graphicFrameMk id="14" creationId="{DA114D53-FAB3-91E5-14AB-5B375DA2617E}"/>
          </ac:graphicFrameMkLst>
        </pc:graphicFrameChg>
        <pc:picChg chg="add mod modCrop">
          <ac:chgData name="Lohitya Harini Devaraj" userId="1eaeead4a0c4f217" providerId="LiveId" clId="{318D4D70-6870-4A95-9AE8-C01973377905}" dt="2026-03-04T06:53:10.829" v="454" actId="14100"/>
          <ac:picMkLst>
            <pc:docMk/>
            <pc:sldMk cId="2011023441" sldId="262"/>
            <ac:picMk id="8" creationId="{4E2F0286-3163-5E03-A758-AA978EA3D94E}"/>
          </ac:picMkLst>
        </pc:picChg>
        <pc:picChg chg="add del mod">
          <ac:chgData name="Lohitya Harini Devaraj" userId="1eaeead4a0c4f217" providerId="LiveId" clId="{318D4D70-6870-4A95-9AE8-C01973377905}" dt="2026-03-04T06:49:59.350" v="419" actId="21"/>
          <ac:picMkLst>
            <pc:docMk/>
            <pc:sldMk cId="2011023441" sldId="262"/>
            <ac:picMk id="10" creationId="{F6DDE0DD-715F-2E92-8918-CE659B5C0BC9}"/>
          </ac:picMkLst>
        </pc:picChg>
      </pc:sldChg>
      <pc:sldChg chg="addSp delSp modSp mod">
        <pc:chgData name="Lohitya Harini Devaraj" userId="1eaeead4a0c4f217" providerId="LiveId" clId="{318D4D70-6870-4A95-9AE8-C01973377905}" dt="2026-03-04T15:04:27.502" v="1771" actId="1076"/>
        <pc:sldMkLst>
          <pc:docMk/>
          <pc:sldMk cId="4097023305" sldId="284"/>
        </pc:sldMkLst>
        <pc:spChg chg="add del mod">
          <ac:chgData name="Lohitya Harini Devaraj" userId="1eaeead4a0c4f217" providerId="LiveId" clId="{318D4D70-6870-4A95-9AE8-C01973377905}" dt="2026-03-04T14:59:06.459" v="1694" actId="931"/>
          <ac:spMkLst>
            <pc:docMk/>
            <pc:sldMk cId="4097023305" sldId="284"/>
            <ac:spMk id="3" creationId="{200348EB-5F6F-ACCC-5AFE-A5FACB9BF496}"/>
          </ac:spMkLst>
        </pc:spChg>
        <pc:spChg chg="mod">
          <ac:chgData name="Lohitya Harini Devaraj" userId="1eaeead4a0c4f217" providerId="LiveId" clId="{318D4D70-6870-4A95-9AE8-C01973377905}" dt="2026-03-04T14:13:44.289" v="719" actId="207"/>
          <ac:spMkLst>
            <pc:docMk/>
            <pc:sldMk cId="4097023305" sldId="284"/>
            <ac:spMk id="26" creationId="{06930851-3EE7-5B25-F590-CCB7467A2094}"/>
          </ac:spMkLst>
        </pc:spChg>
        <pc:picChg chg="add mod">
          <ac:chgData name="Lohitya Harini Devaraj" userId="1eaeead4a0c4f217" providerId="LiveId" clId="{318D4D70-6870-4A95-9AE8-C01973377905}" dt="2026-03-04T14:57:50.424" v="1679" actId="931"/>
          <ac:picMkLst>
            <pc:docMk/>
            <pc:sldMk cId="4097023305" sldId="284"/>
            <ac:picMk id="5" creationId="{22C9F2BC-CA09-46BA-2E62-938ABCD951CB}"/>
          </ac:picMkLst>
        </pc:picChg>
        <pc:picChg chg="add mod">
          <ac:chgData name="Lohitya Harini Devaraj" userId="1eaeead4a0c4f217" providerId="LiveId" clId="{318D4D70-6870-4A95-9AE8-C01973377905}" dt="2026-03-04T14:58:26.401" v="1689" actId="931"/>
          <ac:picMkLst>
            <pc:docMk/>
            <pc:sldMk cId="4097023305" sldId="284"/>
            <ac:picMk id="7" creationId="{F32164B6-EE23-19E1-64A9-E1A32D22732A}"/>
          </ac:picMkLst>
        </pc:picChg>
        <pc:picChg chg="add mod">
          <ac:chgData name="Lohitya Harini Devaraj" userId="1eaeead4a0c4f217" providerId="LiveId" clId="{318D4D70-6870-4A95-9AE8-C01973377905}" dt="2026-03-04T14:58:40.137" v="1691" actId="931"/>
          <ac:picMkLst>
            <pc:docMk/>
            <pc:sldMk cId="4097023305" sldId="284"/>
            <ac:picMk id="9" creationId="{5CA7BA86-7C65-A502-C766-33090DE60422}"/>
          </ac:picMkLst>
        </pc:picChg>
        <pc:picChg chg="add mod">
          <ac:chgData name="Lohitya Harini Devaraj" userId="1eaeead4a0c4f217" providerId="LiveId" clId="{318D4D70-6870-4A95-9AE8-C01973377905}" dt="2026-03-04T14:59:00.241" v="1693" actId="931"/>
          <ac:picMkLst>
            <pc:docMk/>
            <pc:sldMk cId="4097023305" sldId="284"/>
            <ac:picMk id="11" creationId="{FD9EDD5F-4269-C0E0-95EC-EFF2ABA73F0D}"/>
          </ac:picMkLst>
        </pc:picChg>
        <pc:picChg chg="add mod modCrop">
          <ac:chgData name="Lohitya Harini Devaraj" userId="1eaeead4a0c4f217" providerId="LiveId" clId="{318D4D70-6870-4A95-9AE8-C01973377905}" dt="2026-03-04T15:04:27.502" v="1771" actId="1076"/>
          <ac:picMkLst>
            <pc:docMk/>
            <pc:sldMk cId="4097023305" sldId="284"/>
            <ac:picMk id="13" creationId="{7A6CF7EE-CC5B-71B5-3BBA-2ADF01092D0C}"/>
          </ac:picMkLst>
        </pc:picChg>
        <pc:picChg chg="del">
          <ac:chgData name="Lohitya Harini Devaraj" userId="1eaeead4a0c4f217" providerId="LiveId" clId="{318D4D70-6870-4A95-9AE8-C01973377905}" dt="2026-03-04T14:53:22.930" v="1671" actId="478"/>
          <ac:picMkLst>
            <pc:docMk/>
            <pc:sldMk cId="4097023305" sldId="284"/>
            <ac:picMk id="37" creationId="{A19A6DDD-C216-2AAD-4F19-4A7B5929202A}"/>
          </ac:picMkLst>
        </pc:picChg>
        <pc:picChg chg="add del mod">
          <ac:chgData name="Lohitya Harini Devaraj" userId="1eaeead4a0c4f217" providerId="LiveId" clId="{318D4D70-6870-4A95-9AE8-C01973377905}" dt="2026-03-04T14:53:51.860" v="1677" actId="21"/>
          <ac:picMkLst>
            <pc:docMk/>
            <pc:sldMk cId="4097023305" sldId="284"/>
            <ac:picMk id="3074" creationId="{9CB9D381-8FBD-D653-824B-36986A5EE0DE}"/>
          </ac:picMkLst>
        </pc:picChg>
      </pc:sldChg>
      <pc:sldChg chg="modSp mod">
        <pc:chgData name="Lohitya Harini Devaraj" userId="1eaeead4a0c4f217" providerId="LiveId" clId="{318D4D70-6870-4A95-9AE8-C01973377905}" dt="2026-03-04T14:16:43.048" v="811" actId="1076"/>
        <pc:sldMkLst>
          <pc:docMk/>
          <pc:sldMk cId="681978606" sldId="286"/>
        </pc:sldMkLst>
        <pc:spChg chg="mod">
          <ac:chgData name="Lohitya Harini Devaraj" userId="1eaeead4a0c4f217" providerId="LiveId" clId="{318D4D70-6870-4A95-9AE8-C01973377905}" dt="2026-03-04T14:16:43.048" v="811" actId="1076"/>
          <ac:spMkLst>
            <pc:docMk/>
            <pc:sldMk cId="681978606" sldId="286"/>
            <ac:spMk id="14" creationId="{DE3B97B2-F540-9F02-5569-597A7E7B6E59}"/>
          </ac:spMkLst>
        </pc:spChg>
      </pc:sldChg>
      <pc:sldChg chg="addSp delSp modSp mod">
        <pc:chgData name="Lohitya Harini Devaraj" userId="1eaeead4a0c4f217" providerId="LiveId" clId="{318D4D70-6870-4A95-9AE8-C01973377905}" dt="2026-03-04T15:05:28.845" v="1773" actId="13926"/>
        <pc:sldMkLst>
          <pc:docMk/>
          <pc:sldMk cId="3780002892" sldId="287"/>
        </pc:sldMkLst>
        <pc:spChg chg="mod">
          <ac:chgData name="Lohitya Harini Devaraj" userId="1eaeead4a0c4f217" providerId="LiveId" clId="{318D4D70-6870-4A95-9AE8-C01973377905}" dt="2026-03-04T15:05:28.845" v="1773" actId="13926"/>
          <ac:spMkLst>
            <pc:docMk/>
            <pc:sldMk cId="3780002892" sldId="287"/>
            <ac:spMk id="3" creationId="{665BC0F7-9BAB-2ADE-CF39-13047262085B}"/>
          </ac:spMkLst>
        </pc:spChg>
        <pc:spChg chg="add del mod">
          <ac:chgData name="Lohitya Harini Devaraj" userId="1eaeead4a0c4f217" providerId="LiveId" clId="{318D4D70-6870-4A95-9AE8-C01973377905}" dt="2026-03-04T15:00:23.749" v="1696" actId="931"/>
          <ac:spMkLst>
            <pc:docMk/>
            <pc:sldMk cId="3780002892" sldId="287"/>
            <ac:spMk id="5" creationId="{A90E1D55-BC36-B0C8-E06D-887C77F995FA}"/>
          </ac:spMkLst>
        </pc:spChg>
        <pc:picChg chg="del">
          <ac:chgData name="Lohitya Harini Devaraj" userId="1eaeead4a0c4f217" providerId="LiveId" clId="{318D4D70-6870-4A95-9AE8-C01973377905}" dt="2026-03-04T15:00:16.142" v="1695" actId="478"/>
          <ac:picMkLst>
            <pc:docMk/>
            <pc:sldMk cId="3780002892" sldId="287"/>
            <ac:picMk id="6" creationId="{4E814E97-AF39-125E-0B54-4E4128D34B6C}"/>
          </ac:picMkLst>
        </pc:picChg>
        <pc:picChg chg="add mod">
          <ac:chgData name="Lohitya Harini Devaraj" userId="1eaeead4a0c4f217" providerId="LiveId" clId="{318D4D70-6870-4A95-9AE8-C01973377905}" dt="2026-03-04T15:00:23.749" v="1696" actId="931"/>
          <ac:picMkLst>
            <pc:docMk/>
            <pc:sldMk cId="3780002892" sldId="287"/>
            <ac:picMk id="9" creationId="{BCB79AB3-0E1F-025D-803D-FD058DCDDFE5}"/>
          </ac:picMkLst>
        </pc:picChg>
      </pc:sldChg>
      <pc:sldChg chg="del">
        <pc:chgData name="Lohitya Harini Devaraj" userId="1eaeead4a0c4f217" providerId="LiveId" clId="{318D4D70-6870-4A95-9AE8-C01973377905}" dt="2026-03-04T06:56:18.905" v="470" actId="47"/>
        <pc:sldMkLst>
          <pc:docMk/>
          <pc:sldMk cId="613288997" sldId="288"/>
        </pc:sldMkLst>
      </pc:sldChg>
      <pc:sldChg chg="del">
        <pc:chgData name="Lohitya Harini Devaraj" userId="1eaeead4a0c4f217" providerId="LiveId" clId="{318D4D70-6870-4A95-9AE8-C01973377905}" dt="2026-03-04T06:56:08.078" v="468" actId="47"/>
        <pc:sldMkLst>
          <pc:docMk/>
          <pc:sldMk cId="559354457" sldId="289"/>
        </pc:sldMkLst>
      </pc:sldChg>
      <pc:sldChg chg="del">
        <pc:chgData name="Lohitya Harini Devaraj" userId="1eaeead4a0c4f217" providerId="LiveId" clId="{318D4D70-6870-4A95-9AE8-C01973377905}" dt="2026-03-04T06:56:10.974" v="469" actId="47"/>
        <pc:sldMkLst>
          <pc:docMk/>
          <pc:sldMk cId="3251802089" sldId="290"/>
        </pc:sldMkLst>
      </pc:sldChg>
      <pc:sldChg chg="del">
        <pc:chgData name="Lohitya Harini Devaraj" userId="1eaeead4a0c4f217" providerId="LiveId" clId="{318D4D70-6870-4A95-9AE8-C01973377905}" dt="2026-03-04T06:55:13.216" v="467" actId="47"/>
        <pc:sldMkLst>
          <pc:docMk/>
          <pc:sldMk cId="3917619153" sldId="291"/>
        </pc:sldMkLst>
      </pc:sldChg>
      <pc:sldChg chg="addSp delSp modSp mod">
        <pc:chgData name="Lohitya Harini Devaraj" userId="1eaeead4a0c4f217" providerId="LiveId" clId="{318D4D70-6870-4A95-9AE8-C01973377905}" dt="2026-03-04T15:04:20.875" v="1769" actId="20577"/>
        <pc:sldMkLst>
          <pc:docMk/>
          <pc:sldMk cId="1646725871" sldId="292"/>
        </pc:sldMkLst>
        <pc:spChg chg="mod">
          <ac:chgData name="Lohitya Harini Devaraj" userId="1eaeead4a0c4f217" providerId="LiveId" clId="{318D4D70-6870-4A95-9AE8-C01973377905}" dt="2026-03-04T14:34:23.531" v="1167" actId="1076"/>
          <ac:spMkLst>
            <pc:docMk/>
            <pc:sldMk cId="1646725871" sldId="292"/>
            <ac:spMk id="2" creationId="{D1EDB732-6FD3-D0DA-92AF-1D7A68E3A3EE}"/>
          </ac:spMkLst>
        </pc:spChg>
        <pc:spChg chg="mod">
          <ac:chgData name="Lohitya Harini Devaraj" userId="1eaeead4a0c4f217" providerId="LiveId" clId="{318D4D70-6870-4A95-9AE8-C01973377905}" dt="2026-03-04T14:34:00.246" v="1151" actId="20577"/>
          <ac:spMkLst>
            <pc:docMk/>
            <pc:sldMk cId="1646725871" sldId="292"/>
            <ac:spMk id="13" creationId="{986D0EB4-87A1-9926-18A9-F1A65DC20A57}"/>
          </ac:spMkLst>
        </pc:spChg>
        <pc:spChg chg="mod">
          <ac:chgData name="Lohitya Harini Devaraj" userId="1eaeead4a0c4f217" providerId="LiveId" clId="{318D4D70-6870-4A95-9AE8-C01973377905}" dt="2026-03-04T14:34:15.254" v="1166" actId="20577"/>
          <ac:spMkLst>
            <pc:docMk/>
            <pc:sldMk cId="1646725871" sldId="292"/>
            <ac:spMk id="15" creationId="{E309F894-D6ED-3B69-812A-EDD9C07D6D35}"/>
          </ac:spMkLst>
        </pc:spChg>
        <pc:spChg chg="add del mod">
          <ac:chgData name="Lohitya Harini Devaraj" userId="1eaeead4a0c4f217" providerId="LiveId" clId="{318D4D70-6870-4A95-9AE8-C01973377905}" dt="2026-03-04T14:31:04.399" v="1026" actId="13926"/>
          <ac:spMkLst>
            <pc:docMk/>
            <pc:sldMk cId="1646725871" sldId="292"/>
            <ac:spMk id="20" creationId="{77B26A88-F289-88EA-E384-570C7CF8B589}"/>
          </ac:spMkLst>
        </pc:spChg>
        <pc:spChg chg="mod">
          <ac:chgData name="Lohitya Harini Devaraj" userId="1eaeead4a0c4f217" providerId="LiveId" clId="{318D4D70-6870-4A95-9AE8-C01973377905}" dt="2026-03-04T14:31:08.718" v="1027" actId="13926"/>
          <ac:spMkLst>
            <pc:docMk/>
            <pc:sldMk cId="1646725871" sldId="292"/>
            <ac:spMk id="21" creationId="{4A6AD7D6-3293-B4C1-4263-E02BE31B4FF8}"/>
          </ac:spMkLst>
        </pc:spChg>
        <pc:spChg chg="mod">
          <ac:chgData name="Lohitya Harini Devaraj" userId="1eaeead4a0c4f217" providerId="LiveId" clId="{318D4D70-6870-4A95-9AE8-C01973377905}" dt="2026-03-04T15:04:20.875" v="1769" actId="20577"/>
          <ac:spMkLst>
            <pc:docMk/>
            <pc:sldMk cId="1646725871" sldId="292"/>
            <ac:spMk id="28" creationId="{36FE9B74-96B4-4C88-49C9-E2D42BDCD20D}"/>
          </ac:spMkLst>
        </pc:spChg>
      </pc:sldChg>
      <pc:sldChg chg="addSp modSp mod">
        <pc:chgData name="Lohitya Harini Devaraj" userId="1eaeead4a0c4f217" providerId="LiveId" clId="{318D4D70-6870-4A95-9AE8-C01973377905}" dt="2026-03-04T14:44:36.129" v="1383" actId="114"/>
        <pc:sldMkLst>
          <pc:docMk/>
          <pc:sldMk cId="3095245344" sldId="293"/>
        </pc:sldMkLst>
        <pc:spChg chg="mod">
          <ac:chgData name="Lohitya Harini Devaraj" userId="1eaeead4a0c4f217" providerId="LiveId" clId="{318D4D70-6870-4A95-9AE8-C01973377905}" dt="2026-03-04T14:35:25.314" v="1215" actId="1076"/>
          <ac:spMkLst>
            <pc:docMk/>
            <pc:sldMk cId="3095245344" sldId="293"/>
            <ac:spMk id="2" creationId="{D550CAC6-3968-4D63-A855-09547BB06588}"/>
          </ac:spMkLst>
        </pc:spChg>
        <pc:spChg chg="mod">
          <ac:chgData name="Lohitya Harini Devaraj" userId="1eaeead4a0c4f217" providerId="LiveId" clId="{318D4D70-6870-4A95-9AE8-C01973377905}" dt="2026-03-04T14:42:32.500" v="1324" actId="207"/>
          <ac:spMkLst>
            <pc:docMk/>
            <pc:sldMk cId="3095245344" sldId="293"/>
            <ac:spMk id="3" creationId="{2629AC71-9ED4-FA59-D386-5BD9C585DC67}"/>
          </ac:spMkLst>
        </pc:spChg>
        <pc:spChg chg="mod">
          <ac:chgData name="Lohitya Harini Devaraj" userId="1eaeead4a0c4f217" providerId="LiveId" clId="{318D4D70-6870-4A95-9AE8-C01973377905}" dt="2026-03-04T14:42:23.468" v="1323" actId="114"/>
          <ac:spMkLst>
            <pc:docMk/>
            <pc:sldMk cId="3095245344" sldId="293"/>
            <ac:spMk id="4" creationId="{1E2CADAC-D2BA-2781-21DF-E36A2D898FA9}"/>
          </ac:spMkLst>
        </pc:spChg>
        <pc:spChg chg="mod">
          <ac:chgData name="Lohitya Harini Devaraj" userId="1eaeead4a0c4f217" providerId="LiveId" clId="{318D4D70-6870-4A95-9AE8-C01973377905}" dt="2026-03-04T14:44:36.129" v="1383" actId="114"/>
          <ac:spMkLst>
            <pc:docMk/>
            <pc:sldMk cId="3095245344" sldId="293"/>
            <ac:spMk id="5" creationId="{8E688B1D-28C5-C399-CA01-21BE7C5F1E51}"/>
          </ac:spMkLst>
        </pc:spChg>
        <pc:spChg chg="mod">
          <ac:chgData name="Lohitya Harini Devaraj" userId="1eaeead4a0c4f217" providerId="LiveId" clId="{318D4D70-6870-4A95-9AE8-C01973377905}" dt="2026-03-04T14:38:07.360" v="1272" actId="255"/>
          <ac:spMkLst>
            <pc:docMk/>
            <pc:sldMk cId="3095245344" sldId="293"/>
            <ac:spMk id="6" creationId="{9E3F0E5B-65CB-787C-C52A-2038EEA09817}"/>
          </ac:spMkLst>
        </pc:spChg>
        <pc:spChg chg="mod">
          <ac:chgData name="Lohitya Harini Devaraj" userId="1eaeead4a0c4f217" providerId="LiveId" clId="{318D4D70-6870-4A95-9AE8-C01973377905}" dt="2026-03-04T14:41:47.507" v="1299" actId="113"/>
          <ac:spMkLst>
            <pc:docMk/>
            <pc:sldMk cId="3095245344" sldId="293"/>
            <ac:spMk id="7" creationId="{0750929C-496C-419D-93BC-D4ABBE462EF5}"/>
          </ac:spMkLst>
        </pc:spChg>
        <pc:spChg chg="mod">
          <ac:chgData name="Lohitya Harini Devaraj" userId="1eaeead4a0c4f217" providerId="LiveId" clId="{318D4D70-6870-4A95-9AE8-C01973377905}" dt="2026-03-04T14:44:22.058" v="1350" actId="255"/>
          <ac:spMkLst>
            <pc:docMk/>
            <pc:sldMk cId="3095245344" sldId="293"/>
            <ac:spMk id="8" creationId="{ABC5E498-99B3-E3F4-A9B8-F11B4B9B0F27}"/>
          </ac:spMkLst>
        </pc:spChg>
        <pc:spChg chg="add">
          <ac:chgData name="Lohitya Harini Devaraj" userId="1eaeead4a0c4f217" providerId="LiveId" clId="{318D4D70-6870-4A95-9AE8-C01973377905}" dt="2026-03-04T14:43:02.889" v="1326"/>
          <ac:spMkLst>
            <pc:docMk/>
            <pc:sldMk cId="3095245344" sldId="293"/>
            <ac:spMk id="9" creationId="{A6EF148F-12FA-0378-E4EC-614FFFC18CBD}"/>
          </ac:spMkLst>
        </pc:spChg>
        <pc:spChg chg="add mod">
          <ac:chgData name="Lohitya Harini Devaraj" userId="1eaeead4a0c4f217" providerId="LiveId" clId="{318D4D70-6870-4A95-9AE8-C01973377905}" dt="2026-03-04T14:43:17.259" v="1330"/>
          <ac:spMkLst>
            <pc:docMk/>
            <pc:sldMk cId="3095245344" sldId="293"/>
            <ac:spMk id="10" creationId="{AEACA6E3-31E7-CB47-FC4D-16094FD12F9E}"/>
          </ac:spMkLst>
        </pc:spChg>
        <pc:spChg chg="mod">
          <ac:chgData name="Lohitya Harini Devaraj" userId="1eaeead4a0c4f217" providerId="LiveId" clId="{318D4D70-6870-4A95-9AE8-C01973377905}" dt="2026-03-04T14:16:25.817" v="808" actId="1076"/>
          <ac:spMkLst>
            <pc:docMk/>
            <pc:sldMk cId="3095245344" sldId="293"/>
            <ac:spMk id="31" creationId="{C2B4FE06-34C7-A80C-5DBE-4F5168C9EBDC}"/>
          </ac:spMkLst>
        </pc:spChg>
      </pc:sldChg>
      <pc:sldChg chg="addSp delSp modSp mod">
        <pc:chgData name="Lohitya Harini Devaraj" userId="1eaeead4a0c4f217" providerId="LiveId" clId="{318D4D70-6870-4A95-9AE8-C01973377905}" dt="2026-03-04T15:07:18.119" v="1798" actId="20577"/>
        <pc:sldMkLst>
          <pc:docMk/>
          <pc:sldMk cId="591722392" sldId="294"/>
        </pc:sldMkLst>
        <pc:spChg chg="mod">
          <ac:chgData name="Lohitya Harini Devaraj" userId="1eaeead4a0c4f217" providerId="LiveId" clId="{318D4D70-6870-4A95-9AE8-C01973377905}" dt="2026-03-04T14:49:52.600" v="1541" actId="20577"/>
          <ac:spMkLst>
            <pc:docMk/>
            <pc:sldMk cId="591722392" sldId="294"/>
            <ac:spMk id="2" creationId="{9E67AD6B-0EBB-7092-13C6-240F8A4A4E99}"/>
          </ac:spMkLst>
        </pc:spChg>
        <pc:spChg chg="del mod">
          <ac:chgData name="Lohitya Harini Devaraj" userId="1eaeead4a0c4f217" providerId="LiveId" clId="{318D4D70-6870-4A95-9AE8-C01973377905}" dt="2026-03-04T14:47:43.651" v="1458"/>
          <ac:spMkLst>
            <pc:docMk/>
            <pc:sldMk cId="591722392" sldId="294"/>
            <ac:spMk id="3" creationId="{DFAA7609-6E6A-B996-BC29-F9AA857D7B35}"/>
          </ac:spMkLst>
        </pc:spChg>
        <pc:spChg chg="add mod">
          <ac:chgData name="Lohitya Harini Devaraj" userId="1eaeead4a0c4f217" providerId="LiveId" clId="{318D4D70-6870-4A95-9AE8-C01973377905}" dt="2026-03-04T15:07:18.119" v="1798" actId="20577"/>
          <ac:spMkLst>
            <pc:docMk/>
            <pc:sldMk cId="591722392" sldId="294"/>
            <ac:spMk id="4" creationId="{6A8A7A36-D72D-EE0E-5836-EC60E3E1A81F}"/>
          </ac:spMkLst>
        </pc:spChg>
        <pc:spChg chg="add del mod">
          <ac:chgData name="Lohitya Harini Devaraj" userId="1eaeead4a0c4f217" providerId="LiveId" clId="{318D4D70-6870-4A95-9AE8-C01973377905}" dt="2026-03-04T15:00:46.227" v="1698" actId="931"/>
          <ac:spMkLst>
            <pc:docMk/>
            <pc:sldMk cId="591722392" sldId="294"/>
            <ac:spMk id="6" creationId="{84971D10-C251-E218-2B26-7C9E1F7D478E}"/>
          </ac:spMkLst>
        </pc:spChg>
        <pc:picChg chg="add mod modCrop">
          <ac:chgData name="Lohitya Harini Devaraj" userId="1eaeead4a0c4f217" providerId="LiveId" clId="{318D4D70-6870-4A95-9AE8-C01973377905}" dt="2026-03-04T15:01:05.143" v="1699" actId="18131"/>
          <ac:picMkLst>
            <pc:docMk/>
            <pc:sldMk cId="591722392" sldId="294"/>
            <ac:picMk id="8" creationId="{959EA6F8-520C-E386-0B90-0C2C22CFD287}"/>
          </ac:picMkLst>
        </pc:picChg>
        <pc:picChg chg="del">
          <ac:chgData name="Lohitya Harini Devaraj" userId="1eaeead4a0c4f217" providerId="LiveId" clId="{318D4D70-6870-4A95-9AE8-C01973377905}" dt="2026-03-04T15:00:40.721" v="1697" actId="478"/>
          <ac:picMkLst>
            <pc:docMk/>
            <pc:sldMk cId="591722392" sldId="294"/>
            <ac:picMk id="12" creationId="{EDD0654D-0EEE-9D11-4D37-133C0B9A496D}"/>
          </ac:picMkLst>
        </pc:picChg>
      </pc:sldChg>
      <pc:sldChg chg="addSp delSp modSp mod">
        <pc:chgData name="Lohitya Harini Devaraj" userId="1eaeead4a0c4f217" providerId="LiveId" clId="{318D4D70-6870-4A95-9AE8-C01973377905}" dt="2026-03-04T15:04:16.023" v="1766" actId="1076"/>
        <pc:sldMkLst>
          <pc:docMk/>
          <pc:sldMk cId="2397583386" sldId="295"/>
        </pc:sldMkLst>
        <pc:spChg chg="add del mod">
          <ac:chgData name="Lohitya Harini Devaraj" userId="1eaeead4a0c4f217" providerId="LiveId" clId="{318D4D70-6870-4A95-9AE8-C01973377905}" dt="2026-03-04T15:01:21.057" v="1701" actId="931"/>
          <ac:spMkLst>
            <pc:docMk/>
            <pc:sldMk cId="2397583386" sldId="295"/>
            <ac:spMk id="3" creationId="{6BA171EC-02D7-A681-6A1A-151352EC889E}"/>
          </ac:spMkLst>
        </pc:spChg>
        <pc:spChg chg="mod">
          <ac:chgData name="Lohitya Harini Devaraj" userId="1eaeead4a0c4f217" providerId="LiveId" clId="{318D4D70-6870-4A95-9AE8-C01973377905}" dt="2026-03-04T14:52:29.574" v="1669" actId="2711"/>
          <ac:spMkLst>
            <pc:docMk/>
            <pc:sldMk cId="2397583386" sldId="295"/>
            <ac:spMk id="24" creationId="{A4C5B759-93CB-5B5A-B1D2-2E3C42747C75}"/>
          </ac:spMkLst>
        </pc:spChg>
        <pc:spChg chg="mod">
          <ac:chgData name="Lohitya Harini Devaraj" userId="1eaeead4a0c4f217" providerId="LiveId" clId="{318D4D70-6870-4A95-9AE8-C01973377905}" dt="2026-03-04T14:52:43.696" v="1670" actId="207"/>
          <ac:spMkLst>
            <pc:docMk/>
            <pc:sldMk cId="2397583386" sldId="295"/>
            <ac:spMk id="25" creationId="{518B68B6-5284-F036-E87F-9BC3A435A7B3}"/>
          </ac:spMkLst>
        </pc:spChg>
        <pc:picChg chg="add mod modCrop">
          <ac:chgData name="Lohitya Harini Devaraj" userId="1eaeead4a0c4f217" providerId="LiveId" clId="{318D4D70-6870-4A95-9AE8-C01973377905}" dt="2026-03-04T15:04:16.023" v="1766" actId="1076"/>
          <ac:picMkLst>
            <pc:docMk/>
            <pc:sldMk cId="2397583386" sldId="295"/>
            <ac:picMk id="5" creationId="{4AAD4914-55B2-691A-08E0-397D7EC1F2B9}"/>
          </ac:picMkLst>
        </pc:picChg>
        <pc:picChg chg="del">
          <ac:chgData name="Lohitya Harini Devaraj" userId="1eaeead4a0c4f217" providerId="LiveId" clId="{318D4D70-6870-4A95-9AE8-C01973377905}" dt="2026-03-04T15:01:15.084" v="1700" actId="478"/>
          <ac:picMkLst>
            <pc:docMk/>
            <pc:sldMk cId="2397583386" sldId="295"/>
            <ac:picMk id="33" creationId="{1D963291-0332-DAB6-6090-6778FC7899BD}"/>
          </ac:picMkLst>
        </pc:picChg>
      </pc:sldChg>
      <pc:sldChg chg="addSp delSp modSp mod">
        <pc:chgData name="Lohitya Harini Devaraj" userId="1eaeead4a0c4f217" providerId="LiveId" clId="{318D4D70-6870-4A95-9AE8-C01973377905}" dt="2026-03-04T14:46:03.422" v="1419" actId="1076"/>
        <pc:sldMkLst>
          <pc:docMk/>
          <pc:sldMk cId="866533554" sldId="296"/>
        </pc:sldMkLst>
        <pc:spChg chg="mod">
          <ac:chgData name="Lohitya Harini Devaraj" userId="1eaeead4a0c4f217" providerId="LiveId" clId="{318D4D70-6870-4A95-9AE8-C01973377905}" dt="2026-03-04T14:46:03.422" v="1419" actId="1076"/>
          <ac:spMkLst>
            <pc:docMk/>
            <pc:sldMk cId="866533554" sldId="296"/>
            <ac:spMk id="2" creationId="{A2C579D0-D5BE-BC05-B3B3-05E97433F452}"/>
          </ac:spMkLst>
        </pc:spChg>
        <pc:spChg chg="add mod">
          <ac:chgData name="Lohitya Harini Devaraj" userId="1eaeead4a0c4f217" providerId="LiveId" clId="{318D4D70-6870-4A95-9AE8-C01973377905}" dt="2026-03-04T08:37:01.789" v="587" actId="403"/>
          <ac:spMkLst>
            <pc:docMk/>
            <pc:sldMk cId="866533554" sldId="296"/>
            <ac:spMk id="4" creationId="{3D97966D-B5B3-7252-E3A6-21224661C390}"/>
          </ac:spMkLst>
        </pc:spChg>
        <pc:spChg chg="add del mod">
          <ac:chgData name="Lohitya Harini Devaraj" userId="1eaeead4a0c4f217" providerId="LiveId" clId="{318D4D70-6870-4A95-9AE8-C01973377905}" dt="2026-03-04T06:58:08.079" v="510" actId="478"/>
          <ac:spMkLst>
            <pc:docMk/>
            <pc:sldMk cId="866533554" sldId="296"/>
            <ac:spMk id="4" creationId="{9342ABD4-7E51-AC71-F633-FA0CEC23456F}"/>
          </ac:spMkLst>
        </pc:spChg>
        <pc:spChg chg="mod">
          <ac:chgData name="Lohitya Harini Devaraj" userId="1eaeead4a0c4f217" providerId="LiveId" clId="{318D4D70-6870-4A95-9AE8-C01973377905}" dt="2026-03-04T08:37:09.786" v="590" actId="114"/>
          <ac:spMkLst>
            <pc:docMk/>
            <pc:sldMk cId="866533554" sldId="296"/>
            <ac:spMk id="8" creationId="{A166C0EF-C5A6-69F2-BCD5-6F3E10322961}"/>
          </ac:spMkLst>
        </pc:spChg>
        <pc:spChg chg="mod">
          <ac:chgData name="Lohitya Harini Devaraj" userId="1eaeead4a0c4f217" providerId="LiveId" clId="{318D4D70-6870-4A95-9AE8-C01973377905}" dt="2026-03-04T08:37:27.878" v="616" actId="403"/>
          <ac:spMkLst>
            <pc:docMk/>
            <pc:sldMk cId="866533554" sldId="296"/>
            <ac:spMk id="9" creationId="{8A268DA4-D5BC-38AA-54EB-D10668305C7E}"/>
          </ac:spMkLst>
        </pc:spChg>
        <pc:spChg chg="mod">
          <ac:chgData name="Lohitya Harini Devaraj" userId="1eaeead4a0c4f217" providerId="LiveId" clId="{318D4D70-6870-4A95-9AE8-C01973377905}" dt="2026-03-04T08:38:10.716" v="646" actId="403"/>
          <ac:spMkLst>
            <pc:docMk/>
            <pc:sldMk cId="866533554" sldId="296"/>
            <ac:spMk id="10" creationId="{D5589FD6-C049-67E3-0386-55C9E18A5B7F}"/>
          </ac:spMkLst>
        </pc:spChg>
        <pc:spChg chg="mod">
          <ac:chgData name="Lohitya Harini Devaraj" userId="1eaeead4a0c4f217" providerId="LiveId" clId="{318D4D70-6870-4A95-9AE8-C01973377905}" dt="2026-03-04T08:38:45.863" v="687" actId="403"/>
          <ac:spMkLst>
            <pc:docMk/>
            <pc:sldMk cId="866533554" sldId="296"/>
            <ac:spMk id="11" creationId="{ABEE4168-3FE3-7D58-F903-91FC215BAE4D}"/>
          </ac:spMkLst>
        </pc:spChg>
        <pc:spChg chg="mod">
          <ac:chgData name="Lohitya Harini Devaraj" userId="1eaeead4a0c4f217" providerId="LiveId" clId="{318D4D70-6870-4A95-9AE8-C01973377905}" dt="2026-03-04T08:43:34.021" v="712" actId="403"/>
          <ac:spMkLst>
            <pc:docMk/>
            <pc:sldMk cId="866533554" sldId="296"/>
            <ac:spMk id="12" creationId="{BC99BB05-2464-9628-4AF6-F75298B4B89E}"/>
          </ac:spMkLst>
        </pc:spChg>
        <pc:spChg chg="add del mod">
          <ac:chgData name="Lohitya Harini Devaraj" userId="1eaeead4a0c4f217" providerId="LiveId" clId="{318D4D70-6870-4A95-9AE8-C01973377905}" dt="2026-03-04T08:36:34.095" v="555" actId="478"/>
          <ac:spMkLst>
            <pc:docMk/>
            <pc:sldMk cId="866533554" sldId="296"/>
            <ac:spMk id="13" creationId="{57A2B835-2EB4-13B7-BE89-EDFBC68B96C3}"/>
          </ac:spMkLst>
        </pc:spChg>
        <pc:spChg chg="mod">
          <ac:chgData name="Lohitya Harini Devaraj" userId="1eaeead4a0c4f217" providerId="LiveId" clId="{318D4D70-6870-4A95-9AE8-C01973377905}" dt="2026-03-04T08:37:53.197" v="625" actId="403"/>
          <ac:spMkLst>
            <pc:docMk/>
            <pc:sldMk cId="866533554" sldId="296"/>
            <ac:spMk id="14" creationId="{E798351D-2881-C0EE-6D6D-424E1230A6D4}"/>
          </ac:spMkLst>
        </pc:spChg>
        <pc:spChg chg="mod">
          <ac:chgData name="Lohitya Harini Devaraj" userId="1eaeead4a0c4f217" providerId="LiveId" clId="{318D4D70-6870-4A95-9AE8-C01973377905}" dt="2026-03-04T08:38:24.342" v="653" actId="403"/>
          <ac:spMkLst>
            <pc:docMk/>
            <pc:sldMk cId="866533554" sldId="296"/>
            <ac:spMk id="15" creationId="{A0AE4BAA-4471-F175-A91F-AF7D4D9694F3}"/>
          </ac:spMkLst>
        </pc:spChg>
        <pc:spChg chg="mod">
          <ac:chgData name="Lohitya Harini Devaraj" userId="1eaeead4a0c4f217" providerId="LiveId" clId="{318D4D70-6870-4A95-9AE8-C01973377905}" dt="2026-03-04T08:39:01.724" v="699" actId="403"/>
          <ac:spMkLst>
            <pc:docMk/>
            <pc:sldMk cId="866533554" sldId="296"/>
            <ac:spMk id="16" creationId="{A6C25713-E18A-8B65-C9FA-9A00A9CBBA6B}"/>
          </ac:spMkLst>
        </pc:spChg>
        <pc:spChg chg="mod">
          <ac:chgData name="Lohitya Harini Devaraj" userId="1eaeead4a0c4f217" providerId="LiveId" clId="{318D4D70-6870-4A95-9AE8-C01973377905}" dt="2026-03-04T08:43:48.293" v="717" actId="20577"/>
          <ac:spMkLst>
            <pc:docMk/>
            <pc:sldMk cId="866533554" sldId="296"/>
            <ac:spMk id="17" creationId="{2EB94B1B-FC15-3A7B-A562-06B6F366B340}"/>
          </ac:spMkLst>
        </pc:spChg>
      </pc:sldChg>
      <pc:sldChg chg="addSp delSp modSp new mod">
        <pc:chgData name="Lohitya Harini Devaraj" userId="1eaeead4a0c4f217" providerId="LiveId" clId="{318D4D70-6870-4A95-9AE8-C01973377905}" dt="2026-03-04T14:17:24.404" v="835" actId="1076"/>
        <pc:sldMkLst>
          <pc:docMk/>
          <pc:sldMk cId="3708631136" sldId="297"/>
        </pc:sldMkLst>
        <pc:spChg chg="del">
          <ac:chgData name="Lohitya Harini Devaraj" userId="1eaeead4a0c4f217" providerId="LiveId" clId="{318D4D70-6870-4A95-9AE8-C01973377905}" dt="2026-03-04T06:54:07.031" v="461" actId="21"/>
          <ac:spMkLst>
            <pc:docMk/>
            <pc:sldMk cId="3708631136" sldId="297"/>
            <ac:spMk id="2" creationId="{DFE627C2-2951-DCE5-47C0-60E45D74D0F7}"/>
          </ac:spMkLst>
        </pc:spChg>
        <pc:spChg chg="mod">
          <ac:chgData name="Lohitya Harini Devaraj" userId="1eaeead4a0c4f217" providerId="LiveId" clId="{318D4D70-6870-4A95-9AE8-C01973377905}" dt="2026-03-04T14:17:24.404" v="835" actId="1076"/>
          <ac:spMkLst>
            <pc:docMk/>
            <pc:sldMk cId="3708631136" sldId="297"/>
            <ac:spMk id="4" creationId="{EB363D86-A405-2B01-4A8E-04AA8218EF9A}"/>
          </ac:spMkLst>
        </pc:spChg>
        <pc:picChg chg="add mod modCrop">
          <ac:chgData name="Lohitya Harini Devaraj" userId="1eaeead4a0c4f217" providerId="LiveId" clId="{318D4D70-6870-4A95-9AE8-C01973377905}" dt="2026-03-04T06:54:30.240" v="466" actId="14100"/>
          <ac:picMkLst>
            <pc:docMk/>
            <pc:sldMk cId="3708631136" sldId="297"/>
            <ac:picMk id="6" creationId="{133DB322-EDB5-0BEB-5BCE-5B1515E9B8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mailto:vikasinidevaraj.08@gmail.com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39" y="1623317"/>
            <a:ext cx="5400097" cy="1805683"/>
          </a:xfrm>
        </p:spPr>
        <p:txBody>
          <a:bodyPr/>
          <a:lstStyle/>
          <a:p>
            <a:r>
              <a:rPr lang="en-US" sz="4000" b="1" dirty="0">
                <a:latin typeface="Arial Rounded MT Bold" panose="020F0704030504030204" pitchFamily="34" charset="0"/>
              </a:rPr>
              <a:t>CREDIT CARD ANALYSIS REPORT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1" i="1" dirty="0">
                <a:solidFill>
                  <a:srgbClr val="FF0000"/>
                </a:solidFill>
                <a:latin typeface="Century Gothic" panose="020B0502020202020204" pitchFamily="34" charset="0"/>
              </a:rPr>
              <a:t>VIKASINI D</a:t>
            </a:r>
            <a:r>
              <a:rPr lang="en-US" sz="2400" b="1" i="1" dirty="0">
                <a:solidFill>
                  <a:srgbClr val="FF0000"/>
                </a:solidFill>
                <a:latin typeface="Arial Narrow" panose="020B0606020202030204" pitchFamily="34" charset="0"/>
              </a:rPr>
              <a:t>​</a:t>
            </a:r>
          </a:p>
          <a:p>
            <a:endParaRPr lang="en-US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7A6CF7EE-CC5B-71B5-3BBA-2ADF01092D0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4065" r="21783"/>
          <a:stretch>
            <a:fillRect/>
          </a:stretch>
        </p:blipFill>
        <p:spPr>
          <a:xfrm>
            <a:off x="7051569" y="812292"/>
            <a:ext cx="4003423" cy="4928616"/>
          </a:xfrm>
        </p:spPr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3421-27E8-64F7-C72E-A20B3B5B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SEGMENTS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CC227-AEF6-4194-577B-C14BE9F08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1DEE7-E7EE-60E4-4393-4B4043EFA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E0F31-9524-2A85-6CB5-22AF4974A1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D4236D-E11C-38FC-772B-CE89036002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C2164E-29EB-0A75-9DCC-C2F08040A5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74E3C-F63F-9F93-EE35-CD5E465CD0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2D95C9-142A-BF9A-3602-F4AB116081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Data Extraction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2F5204-1928-06AD-9878-6DD27D5DF2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Data Processing and DAX queries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977FAA-28B8-34BB-09CE-CCE6C8C73D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Dashboard</a:t>
            </a: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D1FB0-0B3C-DCCA-CB4F-4FEAE1317B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EB92BE4-4ECF-AA5A-EBFA-AC2DBA93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E3B97B2-F540-9F02-5569-597A7E7B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952" y="6524348"/>
            <a:ext cx="1463040" cy="246888"/>
          </a:xfrm>
        </p:spPr>
        <p:txBody>
          <a:bodyPr/>
          <a:lstStyle/>
          <a:p>
            <a:r>
              <a:rPr lang="en-US" dirty="0"/>
              <a:t>Credit card Analysis Report</a:t>
            </a:r>
          </a:p>
          <a:p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FA1C40B-4426-2DD0-CFB0-3E30E9C2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68197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BC0F7-9BAB-2ADE-CF39-13047262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099" y="1070566"/>
            <a:ext cx="5038344" cy="736452"/>
          </a:xfrm>
        </p:spPr>
        <p:txBody>
          <a:bodyPr/>
          <a:lstStyle/>
          <a:p>
            <a:r>
              <a:rPr lang="en-US" sz="2000" b="1" dirty="0">
                <a:sym typeface="DM Sans Medium"/>
              </a:rPr>
              <a:t>PROJECT OVERVIEW :</a:t>
            </a:r>
            <a:br>
              <a:rPr lang="en-US" dirty="0">
                <a:sym typeface="DM Sans Medium"/>
              </a:rPr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72EA7-7448-EA7A-DE1C-33CD1331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443" y="1533521"/>
            <a:ext cx="6813753" cy="2130552"/>
          </a:xfrm>
        </p:spPr>
        <p:txBody>
          <a:bodyPr/>
          <a:lstStyle/>
          <a:p>
            <a:pPr marL="397764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Aptos Display" panose="020B0004020202020204" pitchFamily="34" charset="0"/>
                <a:cs typeface="Arial" panose="020B0604020202020204" pitchFamily="34" charset="0"/>
              </a:rPr>
              <a:t>In today’s digital economy, credit card transactions generate massive volumes of </a:t>
            </a:r>
            <a:r>
              <a:rPr lang="en-US" sz="2200" b="1" dirty="0">
                <a:solidFill>
                  <a:srgbClr val="FF000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real-time financial data</a:t>
            </a:r>
            <a:r>
              <a:rPr lang="en-US" sz="2200" dirty="0">
                <a:latin typeface="Aptos Display" panose="020B0004020202020204" pitchFamily="34" charset="0"/>
                <a:cs typeface="Arial" panose="020B0604020202020204" pitchFamily="34" charset="0"/>
              </a:rPr>
              <a:t>. </a:t>
            </a:r>
          </a:p>
          <a:p>
            <a:pPr marL="397764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Aptos Display" panose="020B0004020202020204" pitchFamily="34" charset="0"/>
                <a:cs typeface="Arial" panose="020B0604020202020204" pitchFamily="34" charset="0"/>
              </a:rPr>
              <a:t>Transforming this raw data into meaningful insights is critical for financial institutions to enhance decision-making, manage risk, and improve customer experience.</a:t>
            </a:r>
          </a:p>
          <a:p>
            <a:pPr marL="397764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Aptos Display" panose="020B0004020202020204" pitchFamily="34" charset="0"/>
                <a:cs typeface="Arial" panose="020B0604020202020204" pitchFamily="34" charset="0"/>
              </a:rPr>
              <a:t>This project focuses on developing an interactive </a:t>
            </a:r>
            <a:r>
              <a:rPr lang="en-US" sz="2200" b="1" i="1" dirty="0">
                <a:solidFill>
                  <a:srgbClr val="FF000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Credit Card Transaction Analysis Dashboard</a:t>
            </a:r>
            <a:r>
              <a:rPr lang="en-US" sz="2200" i="1" dirty="0">
                <a:solidFill>
                  <a:srgbClr val="FF000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>
                <a:solidFill>
                  <a:srgbClr val="FF000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using Microsoft Power BI</a:t>
            </a:r>
            <a:r>
              <a:rPr lang="en-US" sz="2200" dirty="0">
                <a:latin typeface="Aptos Display" panose="020B0004020202020204" pitchFamily="34" charset="0"/>
                <a:cs typeface="Arial" panose="020B0604020202020204" pitchFamily="34" charset="0"/>
              </a:rPr>
              <a:t>, aimed at uncovering spending patterns, revenue trends and customer behavior.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25C49-A1AB-D377-2071-D29B1E66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CB79AB3-0E1F-025D-803D-FD058DCDDF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2248" r="3224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8000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8D10-52FC-614F-89A5-4F793BEF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514" y="649995"/>
            <a:ext cx="4210350" cy="1938528"/>
          </a:xfrm>
        </p:spPr>
        <p:txBody>
          <a:bodyPr/>
          <a:lstStyle/>
          <a:p>
            <a:r>
              <a:rPr lang="en-US" sz="3200" b="1" dirty="0"/>
              <a:t>DATA EXTRACTION: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5C5FD85-E72E-D48C-0D76-91EA62829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8429" y="1619259"/>
            <a:ext cx="4358435" cy="599497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Aptos Display" panose="020B0004020202020204" pitchFamily="34" charset="0"/>
              </a:rPr>
              <a:t>Firstly, collected the dataset from Kaggle in </a:t>
            </a:r>
            <a:r>
              <a:rPr lang="en-US" altLang="zh-CN" sz="2800" b="1" dirty="0">
                <a:solidFill>
                  <a:srgbClr val="FF0000"/>
                </a:solidFill>
                <a:latin typeface="Aptos Display" panose="020B0004020202020204" pitchFamily="34" charset="0"/>
              </a:rPr>
              <a:t>csv </a:t>
            </a:r>
            <a:r>
              <a:rPr lang="en-US" altLang="zh-CN" sz="2800" dirty="0">
                <a:latin typeface="Aptos Display" panose="020B0004020202020204" pitchFamily="34" charset="0"/>
              </a:rPr>
              <a:t>form.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Aptos Display" panose="020B0004020202020204" pitchFamily="34" charset="0"/>
              </a:rPr>
              <a:t>Created columns in SQL in order to accommodate the data.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Aptos Display" panose="020B0004020202020204" pitchFamily="34" charset="0"/>
              </a:rPr>
              <a:t>Imported the csv file into SQL.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B23AC5-8DF5-089B-7843-E972B8FAA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001" y="1132841"/>
            <a:ext cx="1598540" cy="15723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6D8337-79CB-97ED-A636-A602C1913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554" y="2738992"/>
            <a:ext cx="1445187" cy="13124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83241B-9ABC-ED9F-DF52-C48CC6AA9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402" y="4769320"/>
            <a:ext cx="3067421" cy="980241"/>
          </a:xfrm>
          <a:prstGeom prst="rect">
            <a:avLst/>
          </a:prstGeom>
        </p:spPr>
      </p:pic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2EF3B66F-F314-5B32-E27F-CCCF18E1131F}"/>
              </a:ext>
            </a:extLst>
          </p:cNvPr>
          <p:cNvCxnSpPr/>
          <p:nvPr/>
        </p:nvCxnSpPr>
        <p:spPr>
          <a:xfrm>
            <a:off x="8167955" y="1762224"/>
            <a:ext cx="1191802" cy="86529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DBC33C13-01C5-7871-E078-89D5B04027A7}"/>
              </a:ext>
            </a:extLst>
          </p:cNvPr>
          <p:cNvCxnSpPr/>
          <p:nvPr/>
        </p:nvCxnSpPr>
        <p:spPr>
          <a:xfrm rot="10800000" flipV="1">
            <a:off x="7736440" y="3770615"/>
            <a:ext cx="1027416" cy="87330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2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35DEC17-7793-A28F-6420-878EDB94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3509" y="426223"/>
            <a:ext cx="9912096" cy="1014984"/>
          </a:xfrm>
        </p:spPr>
        <p:txBody>
          <a:bodyPr/>
          <a:lstStyle/>
          <a:p>
            <a:r>
              <a:rPr lang="en-US" sz="2800" b="1" dirty="0"/>
              <a:t>DATA PROCESSING AND DAX QUERIES: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5AE64-060D-5DA2-F1C8-F32CD829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4037D-4CE3-17DC-7A2A-64E8120A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4480" y="6514178"/>
            <a:ext cx="1463040" cy="246888"/>
          </a:xfrm>
        </p:spPr>
        <p:txBody>
          <a:bodyPr/>
          <a:lstStyle/>
          <a:p>
            <a:r>
              <a:rPr lang="en-US" dirty="0"/>
              <a:t>Credit card Analysis Report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47F9DE-790E-73FB-5997-D2866752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088A-7C61-49D9-1B52-03C3E460A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884" y="1441207"/>
            <a:ext cx="11000232" cy="4160520"/>
          </a:xfrm>
        </p:spPr>
        <p:txBody>
          <a:bodyPr/>
          <a:lstStyle/>
          <a:p>
            <a:r>
              <a:rPr lang="en-IN" dirty="0">
                <a:latin typeface="Arial Narrow" panose="020B0606020202030204" pitchFamily="34" charset="0"/>
              </a:rPr>
              <a:t>Using </a:t>
            </a:r>
            <a:r>
              <a:rPr lang="en-IN" b="1" dirty="0">
                <a:solidFill>
                  <a:srgbClr val="FF0000"/>
                </a:solidFill>
                <a:latin typeface="Arial Narrow" panose="020B0606020202030204" pitchFamily="34" charset="0"/>
              </a:rPr>
              <a:t>Power Query</a:t>
            </a:r>
            <a:r>
              <a:rPr lang="en-IN" dirty="0">
                <a:latin typeface="Arial Narrow" panose="020B0606020202030204" pitchFamily="34" charset="0"/>
              </a:rPr>
              <a:t>, </a:t>
            </a:r>
          </a:p>
          <a:p>
            <a:pPr marL="0" indent="0">
              <a:buNone/>
            </a:pPr>
            <a:r>
              <a:rPr lang="en-IN" dirty="0">
                <a:latin typeface="Arial Narrow" panose="020B0606020202030204" pitchFamily="34" charset="0"/>
              </a:rPr>
              <a:t>✔ Handled Missing Values (</a:t>
            </a:r>
            <a:r>
              <a:rPr lang="en-US" dirty="0">
                <a:latin typeface="Arial Narrow" panose="020B0606020202030204" pitchFamily="34" charset="0"/>
              </a:rPr>
              <a:t>Replaced missing categories with “Unknown”)</a:t>
            </a:r>
            <a:endParaRPr lang="en-IN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Arial Narrow" panose="020B0606020202030204" pitchFamily="34" charset="0"/>
              </a:rPr>
              <a:t>✔ Data Type Transformation</a:t>
            </a:r>
          </a:p>
          <a:p>
            <a:pPr marL="0" indent="0">
              <a:buNone/>
            </a:pPr>
            <a:r>
              <a:rPr lang="en-IN" dirty="0">
                <a:latin typeface="Arial Narrow" panose="020B0606020202030204" pitchFamily="34" charset="0"/>
              </a:rPr>
              <a:t>✔ Removing Duplicates</a:t>
            </a:r>
          </a:p>
          <a:p>
            <a:pPr marL="0" indent="0">
              <a:buNone/>
            </a:pPr>
            <a:endParaRPr lang="en-IN" b="1" dirty="0">
              <a:latin typeface="Arial Narrow" panose="020B0606020202030204" pitchFamily="34" charset="0"/>
            </a:endParaRPr>
          </a:p>
          <a:p>
            <a:r>
              <a:rPr lang="en-IN" dirty="0">
                <a:latin typeface="Arial Narrow" panose="020B0606020202030204" pitchFamily="34" charset="0"/>
              </a:rPr>
              <a:t>Using </a:t>
            </a:r>
            <a:r>
              <a:rPr lang="en-IN" b="1" dirty="0">
                <a:solidFill>
                  <a:srgbClr val="FF0000"/>
                </a:solidFill>
                <a:latin typeface="Arial Narrow" panose="020B0606020202030204" pitchFamily="34" charset="0"/>
              </a:rPr>
              <a:t>DAX queries</a:t>
            </a:r>
            <a:r>
              <a:rPr lang="en-IN" dirty="0">
                <a:latin typeface="Arial Narrow" panose="020B0606020202030204" pitchFamily="34" charset="0"/>
              </a:rPr>
              <a:t>,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Arial Narrow" panose="020B0606020202030204" pitchFamily="34" charset="0"/>
              </a:rPr>
              <a:t>Created new columns like Revenue ( by adding all the income streams ) and Income slabs (High, med, low) and Age groups (20-30, 30-40,…)</a:t>
            </a:r>
          </a:p>
        </p:txBody>
      </p:sp>
    </p:spTree>
    <p:extLst>
      <p:ext uri="{BB962C8B-B14F-4D97-AF65-F5344CB8AC3E}">
        <p14:creationId xmlns:p14="http://schemas.microsoft.com/office/powerpoint/2010/main" val="283108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8C7540E-B0E4-8988-0AC7-7E0E7DD8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283190" y="1606346"/>
            <a:ext cx="3402871" cy="3524036"/>
          </a:xfrm>
        </p:spPr>
        <p:txBody>
          <a:bodyPr/>
          <a:lstStyle/>
          <a:p>
            <a:r>
              <a:rPr lang="en-US" sz="3200" b="1" dirty="0"/>
              <a:t>DASHBOARDS: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F3D20-2309-63AE-98EC-B0B39012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9E0B8-E907-B063-5006-1AC4BB8F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4480" y="6524348"/>
            <a:ext cx="1463040" cy="246888"/>
          </a:xfrm>
        </p:spPr>
        <p:txBody>
          <a:bodyPr/>
          <a:lstStyle/>
          <a:p>
            <a:r>
              <a:rPr lang="en-US" dirty="0"/>
              <a:t>Credit card Analysis Report</a:t>
            </a:r>
          </a:p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A2F75-9D02-3ED8-071B-99FC210D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E2F0286-3163-5E03-A758-AA978EA3D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965" t="13404" r="9019" b="8451"/>
          <a:stretch>
            <a:fillRect/>
          </a:stretch>
        </p:blipFill>
        <p:spPr>
          <a:xfrm>
            <a:off x="1115275" y="164539"/>
            <a:ext cx="10545894" cy="6236365"/>
          </a:xfrm>
        </p:spPr>
      </p:pic>
    </p:spTree>
    <p:extLst>
      <p:ext uri="{BB962C8B-B14F-4D97-AF65-F5344CB8AC3E}">
        <p14:creationId xmlns:p14="http://schemas.microsoft.com/office/powerpoint/2010/main" val="201102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99F65-BBCA-1743-FA82-A5E5D716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7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63D86-A405-2B01-4A8E-04AA8218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5370" y="6514486"/>
            <a:ext cx="1463040" cy="246888"/>
          </a:xfrm>
        </p:spPr>
        <p:txBody>
          <a:bodyPr/>
          <a:lstStyle/>
          <a:p>
            <a:r>
              <a:rPr lang="en-US" dirty="0"/>
              <a:t>Credit card Analysis Report</a:t>
            </a:r>
          </a:p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55376-E1F3-905C-03AA-99B85280C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3DB322-EDB5-0BEB-5BCE-5B1515E9B8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19" t="14797" r="8968" b="7767"/>
          <a:stretch>
            <a:fillRect/>
          </a:stretch>
        </p:blipFill>
        <p:spPr>
          <a:xfrm>
            <a:off x="359596" y="210208"/>
            <a:ext cx="11414588" cy="602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3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79D0-D5BE-BC05-B3B3-05E97433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945" y="2032107"/>
            <a:ext cx="3730475" cy="2003842"/>
          </a:xfrm>
        </p:spPr>
        <p:txBody>
          <a:bodyPr/>
          <a:lstStyle/>
          <a:p>
            <a:r>
              <a:rPr lang="en-US" sz="3200" b="1" dirty="0"/>
              <a:t>GENERAL</a:t>
            </a:r>
            <a:r>
              <a:rPr lang="en-US" dirty="0"/>
              <a:t> </a:t>
            </a:r>
            <a:r>
              <a:rPr lang="en-US" sz="3600" b="1" dirty="0"/>
              <a:t>INSIGHTS:</a:t>
            </a:r>
            <a:endParaRPr lang="en-US" dirty="0"/>
          </a:p>
        </p:txBody>
      </p:sp>
      <p:pic>
        <p:nvPicPr>
          <p:cNvPr id="82" name="Picture Placeholder 81" descr="blueprint icon">
            <a:extLst>
              <a:ext uri="{FF2B5EF4-FFF2-40B4-BE49-F238E27FC236}">
                <a16:creationId xmlns:a16="http://schemas.microsoft.com/office/drawing/2014/main" id="{946DCADD-AD38-1B8D-01D3-9FC0FDA5D1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/>
          <a:stretch/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66C0EF-C5A6-69F2-BCD5-6F3E103229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 b="1" i="1" dirty="0"/>
              <a:t>Total Revenue</a:t>
            </a:r>
          </a:p>
        </p:txBody>
      </p:sp>
      <p:pic>
        <p:nvPicPr>
          <p:cNvPr id="84" name="Picture Placeholder 83" descr="easel icon">
            <a:extLst>
              <a:ext uri="{FF2B5EF4-FFF2-40B4-BE49-F238E27FC236}">
                <a16:creationId xmlns:a16="http://schemas.microsoft.com/office/drawing/2014/main" id="{62583283-A6AD-B55E-25D4-E6CFB25B8FC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268DA4-D5BC-38AA-54EB-D10668305C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400" b="1" i="1" dirty="0"/>
              <a:t>Total Interest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8351D-2881-C0EE-6D6D-424E1230A6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sz="2000" b="1" dirty="0"/>
              <a:t>7.8M</a:t>
            </a:r>
          </a:p>
        </p:txBody>
      </p:sp>
      <p:pic>
        <p:nvPicPr>
          <p:cNvPr id="86" name="Picture Placeholder 85" descr="ruler icon">
            <a:extLst>
              <a:ext uri="{FF2B5EF4-FFF2-40B4-BE49-F238E27FC236}">
                <a16:creationId xmlns:a16="http://schemas.microsoft.com/office/drawing/2014/main" id="{8AEB4AE0-338D-0B9E-025E-3973A1ECDC8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4"/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5589FD6-C049-67E3-0386-55C9E18A5B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400" b="1" i="1" dirty="0"/>
              <a:t>Total Amount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AE4BAA-4471-F175-A91F-AF7D4D9694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sz="2000" b="1" dirty="0"/>
              <a:t>45M</a:t>
            </a:r>
          </a:p>
        </p:txBody>
      </p:sp>
      <p:pic>
        <p:nvPicPr>
          <p:cNvPr id="88" name="Picture Placeholder 87" descr="strategy icon">
            <a:extLst>
              <a:ext uri="{FF2B5EF4-FFF2-40B4-BE49-F238E27FC236}">
                <a16:creationId xmlns:a16="http://schemas.microsoft.com/office/drawing/2014/main" id="{F2E3F8F5-F045-71C9-3C78-9ACF70E19C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/>
          <a:srcRect t="476" b="476"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EE4168-3FE3-7D58-F903-91FC215BAE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2400" b="1" i="1" dirty="0"/>
              <a:t>Total Transaction Count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6C25713-E18A-8B65-C9FA-9A00A9CBBA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sz="2000" b="1" dirty="0"/>
              <a:t>656K</a:t>
            </a:r>
          </a:p>
        </p:txBody>
      </p:sp>
      <p:pic>
        <p:nvPicPr>
          <p:cNvPr id="90" name="Picture Placeholder 89" descr="airplane icon">
            <a:extLst>
              <a:ext uri="{FF2B5EF4-FFF2-40B4-BE49-F238E27FC236}">
                <a16:creationId xmlns:a16="http://schemas.microsoft.com/office/drawing/2014/main" id="{B6EFDE8D-973A-9009-9237-3CDC19C43D6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6"/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99BB05-2464-9628-4AF6-F75298B4B8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3" y="5614416"/>
            <a:ext cx="4853615" cy="323442"/>
          </a:xfrm>
        </p:spPr>
        <p:txBody>
          <a:bodyPr/>
          <a:lstStyle/>
          <a:p>
            <a:r>
              <a:rPr lang="en-US" sz="2400" b="1" i="1" dirty="0"/>
              <a:t>Overall Activation rate is 57.5%</a:t>
            </a:r>
          </a:p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B94B1B-FC15-3A7B-A562-06B6F366B3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3" y="5619747"/>
            <a:ext cx="5029200" cy="338328"/>
          </a:xfrm>
        </p:spPr>
        <p:txBody>
          <a:bodyPr/>
          <a:lstStyle/>
          <a:p>
            <a:endParaRPr lang="en-IN" dirty="0"/>
          </a:p>
          <a:p>
            <a:r>
              <a:rPr lang="en-US" sz="2000" b="1" i="1" dirty="0"/>
              <a:t>Overall Delinquent rate is 6.06%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7966D-B5B3-7252-E3A6-21224661C39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sz="2400" b="1" dirty="0"/>
              <a:t>55.3M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66533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DB732-6FD3-D0DA-92AF-1D7A68E3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01" y="610661"/>
            <a:ext cx="9912096" cy="1014984"/>
          </a:xfrm>
        </p:spPr>
        <p:txBody>
          <a:bodyPr/>
          <a:lstStyle/>
          <a:p>
            <a:r>
              <a:rPr lang="en-US" sz="3200" b="1" dirty="0"/>
              <a:t>INSIGHTS WITH CREDIT CARD TRANSACTIONS: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6D0EB4-87A1-9926-18A9-F1A65DC20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With respect to</a:t>
            </a:r>
          </a:p>
          <a:p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Card-type, </a:t>
            </a:r>
          </a:p>
          <a:p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Age ---&gt;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7B26A88-F289-88EA-E384-570C7CF8B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96647" y="2007884"/>
            <a:ext cx="7057176" cy="133018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  <a:latin typeface="Aptos Narrow" panose="020B0004020202020204" pitchFamily="34" charset="0"/>
              </a:rPr>
              <a:t>Blue cards </a:t>
            </a:r>
            <a:r>
              <a:rPr lang="en-US" sz="2000" b="1" dirty="0">
                <a:latin typeface="Aptos Narrow" panose="020B0004020202020204" pitchFamily="34" charset="0"/>
              </a:rPr>
              <a:t>dominate the portfolio</a:t>
            </a:r>
            <a:r>
              <a:rPr lang="en-US" sz="2000" dirty="0">
                <a:latin typeface="Aptos Narrow" panose="020B0004020202020204" pitchFamily="34" charset="0"/>
              </a:rPr>
              <a:t>, contributing </a:t>
            </a:r>
            <a:r>
              <a:rPr lang="en-US" sz="2000" b="1" dirty="0">
                <a:latin typeface="Aptos Narrow" panose="020B0004020202020204" pitchFamily="34" charset="0"/>
              </a:rPr>
              <a:t>~83% of total revenue</a:t>
            </a:r>
            <a:r>
              <a:rPr lang="en-US" sz="2000" dirty="0">
                <a:latin typeface="Aptos Narrow" panose="020B00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FF0000"/>
                </a:solidFill>
                <a:latin typeface="Aptos Narrow" panose="020B0004020202020204" pitchFamily="34" charset="0"/>
              </a:rPr>
              <a:t>Swipe </a:t>
            </a:r>
            <a:r>
              <a:rPr lang="en-IN" sz="2000" b="1" dirty="0">
                <a:latin typeface="Aptos Narrow" panose="020B0004020202020204" pitchFamily="34" charset="0"/>
              </a:rPr>
              <a:t>transactions dominate usage</a:t>
            </a:r>
            <a:r>
              <a:rPr lang="en-IN" sz="2000" dirty="0">
                <a:latin typeface="Aptos Narrow" panose="020B0004020202020204" pitchFamily="34" charset="0"/>
              </a:rPr>
              <a:t> (~63% of revenue).</a:t>
            </a:r>
            <a:r>
              <a:rPr lang="en-US" sz="2000" b="1" dirty="0">
                <a:latin typeface="Aptos Narrow" panose="020B0004020202020204" pitchFamily="34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ptos Narrow" panose="020B0004020202020204" pitchFamily="34" charset="0"/>
              </a:rPr>
              <a:t>Middle-aged customers (</a:t>
            </a:r>
            <a:r>
              <a:rPr lang="en-US" sz="2000" b="1" dirty="0">
                <a:solidFill>
                  <a:srgbClr val="FF0000"/>
                </a:solidFill>
                <a:latin typeface="Aptos Narrow" panose="020B0004020202020204" pitchFamily="34" charset="0"/>
              </a:rPr>
              <a:t>40–50</a:t>
            </a:r>
            <a:r>
              <a:rPr lang="en-US" sz="2000" b="1" dirty="0">
                <a:latin typeface="Aptos Narrow" panose="020B0004020202020204" pitchFamily="34" charset="0"/>
              </a:rPr>
              <a:t>)</a:t>
            </a:r>
            <a:r>
              <a:rPr lang="en-US" sz="2000" dirty="0">
                <a:latin typeface="Aptos Narrow" panose="020B0004020202020204" pitchFamily="34" charset="0"/>
              </a:rPr>
              <a:t> generate the most spending</a:t>
            </a:r>
            <a:endParaRPr lang="en-IN" sz="2000" dirty="0">
              <a:latin typeface="Aptos Narrow" panose="020B000402020202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309F894-D6ED-3B69-812A-EDD9C07D6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With respect to </a:t>
            </a:r>
          </a:p>
          <a:p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Utility and</a:t>
            </a:r>
          </a:p>
          <a:p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Education --&gt;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A6AD7D6-3293-B4C1-4263-E02BE31B4F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892008" y="4093420"/>
            <a:ext cx="7057177" cy="133018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ptos Narrow" panose="020B0004020202020204" pitchFamily="34" charset="0"/>
              </a:rPr>
              <a:t>Bills are the largest spending category</a:t>
            </a:r>
            <a:r>
              <a:rPr lang="en-US" sz="2000" dirty="0">
                <a:latin typeface="Aptos Narrow" panose="020B0004020202020204" pitchFamily="34" charset="0"/>
              </a:rPr>
              <a:t>, meaning cards are heavily used for </a:t>
            </a:r>
            <a:r>
              <a:rPr lang="en-US" sz="2000" b="1" dirty="0">
                <a:solidFill>
                  <a:srgbClr val="FF0000"/>
                </a:solidFill>
                <a:latin typeface="Aptos Narrow" panose="020B0004020202020204" pitchFamily="34" charset="0"/>
              </a:rPr>
              <a:t>utility payments</a:t>
            </a:r>
            <a:r>
              <a:rPr lang="en-US" sz="2000" dirty="0">
                <a:latin typeface="Aptos Narrow" panose="020B00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Aptos Narrow" panose="020B0004020202020204" pitchFamily="34" charset="0"/>
              </a:rPr>
              <a:t>Highly educated groups (Post-graduate &amp; Doctorate) contribute </a:t>
            </a:r>
            <a:r>
              <a:rPr lang="en-US" sz="2000" b="1" dirty="0">
                <a:solidFill>
                  <a:srgbClr val="FF0000"/>
                </a:solidFill>
                <a:latin typeface="Aptos Narrow" panose="020B0004020202020204" pitchFamily="34" charset="0"/>
              </a:rPr>
              <a:t>much less</a:t>
            </a:r>
            <a:r>
              <a:rPr lang="en-US" sz="2000" dirty="0">
                <a:latin typeface="Aptos Narrow" panose="020B0004020202020204" pitchFamily="34" charset="0"/>
              </a:rPr>
              <a:t>, possibly due to smaller population segments.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322B0EB-0749-E394-7D78-05C325473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36FE9B74-96B4-4C88-49C9-E2D42BDC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Credit card analysis report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8A78422D-0122-1218-F0A5-9EF64D22D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646725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CAC6-3968-4D63-A855-09547BB06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448056"/>
            <a:ext cx="9912096" cy="1014984"/>
          </a:xfrm>
        </p:spPr>
        <p:txBody>
          <a:bodyPr/>
          <a:lstStyle/>
          <a:p>
            <a:r>
              <a:rPr lang="en-US" sz="3600" b="1" dirty="0"/>
              <a:t>INSIGHTS WITH CREDIT CUSTOMERS: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9AC71-9ED4-FA59-D386-5BD9C585DC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i="1" dirty="0"/>
              <a:t>CSS( CUSTOMER SATISFACTION SCORE):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3F0E5B-65CB-787C-C52A-2038EEA09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158500"/>
            <a:ext cx="3093720" cy="2785100"/>
          </a:xfrm>
        </p:spPr>
        <p:txBody>
          <a:bodyPr/>
          <a:lstStyle/>
          <a:p>
            <a:r>
              <a:rPr lang="en-US" sz="2300" dirty="0">
                <a:latin typeface="Aptos Narrow" panose="020B0004020202020204" pitchFamily="34" charset="0"/>
              </a:rPr>
              <a:t>The portfolio generates </a:t>
            </a:r>
            <a:r>
              <a:rPr lang="en-US" sz="2300" b="1" dirty="0">
                <a:solidFill>
                  <a:srgbClr val="FF0000"/>
                </a:solidFill>
                <a:latin typeface="Aptos Narrow" panose="020B0004020202020204" pitchFamily="34" charset="0"/>
              </a:rPr>
              <a:t>strong revenue</a:t>
            </a:r>
            <a:r>
              <a:rPr lang="en-US" sz="2300" dirty="0">
                <a:latin typeface="Aptos Narrow" panose="020B0004020202020204" pitchFamily="34" charset="0"/>
              </a:rPr>
              <a:t>, but the </a:t>
            </a:r>
            <a:r>
              <a:rPr lang="en-US" sz="2300" b="1" dirty="0">
                <a:latin typeface="Aptos Narrow" panose="020B0004020202020204" pitchFamily="34" charset="0"/>
              </a:rPr>
              <a:t>customer satisfaction score is </a:t>
            </a:r>
            <a:r>
              <a:rPr lang="en-US" sz="2300" b="1" dirty="0">
                <a:solidFill>
                  <a:srgbClr val="FF0000"/>
                </a:solidFill>
                <a:latin typeface="Aptos Narrow" panose="020B0004020202020204" pitchFamily="34" charset="0"/>
              </a:rPr>
              <a:t>moderate</a:t>
            </a:r>
            <a:r>
              <a:rPr lang="en-US" sz="2300" dirty="0">
                <a:latin typeface="Aptos Narrow" panose="020B0004020202020204" pitchFamily="34" charset="0"/>
              </a:rPr>
              <a:t>, indicating room for improvement in customer experience.</a:t>
            </a:r>
            <a:br>
              <a:rPr lang="en-US" dirty="0">
                <a:latin typeface="Aptos Narrow" panose="020B0004020202020204" pitchFamily="34" charset="0"/>
              </a:rPr>
            </a:br>
            <a:r>
              <a:rPr lang="en-US" dirty="0">
                <a:latin typeface="Aptos Narrow" panose="020B0004020202020204" pitchFamily="34" charset="0"/>
              </a:rPr>
              <a:t>​</a:t>
            </a:r>
          </a:p>
          <a:p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CADAC-D2BA-2781-21DF-E36A2D898F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i="1" dirty="0"/>
              <a:t>SPENDING</a:t>
            </a:r>
            <a:r>
              <a:rPr lang="en-US" dirty="0"/>
              <a:t>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50929C-496C-419D-93BC-D4ABBE462EF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2" y="2944368"/>
            <a:ext cx="3010808" cy="2785100"/>
          </a:xfrm>
        </p:spPr>
        <p:txBody>
          <a:bodyPr/>
          <a:lstStyle/>
          <a:p>
            <a:r>
              <a:rPr lang="en-US" sz="2000" dirty="0">
                <a:latin typeface="Aptos Narrow" panose="020B0004020202020204" pitchFamily="34" charset="0"/>
              </a:rPr>
              <a:t>✔ </a:t>
            </a:r>
            <a:r>
              <a:rPr lang="en-US" sz="2000" b="1" dirty="0">
                <a:solidFill>
                  <a:srgbClr val="FF0000"/>
                </a:solidFill>
                <a:latin typeface="Aptos Narrow" panose="020B0004020202020204" pitchFamily="34" charset="0"/>
              </a:rPr>
              <a:t>Middle-aged customers </a:t>
            </a:r>
            <a:r>
              <a:rPr lang="en-US" sz="2000" dirty="0">
                <a:latin typeface="Aptos Narrow" panose="020B0004020202020204" pitchFamily="34" charset="0"/>
              </a:rPr>
              <a:t>(40–50) are the most valuable segment.</a:t>
            </a:r>
            <a:br>
              <a:rPr lang="en-US" sz="2000" dirty="0">
                <a:latin typeface="Aptos Narrow" panose="020B0004020202020204" pitchFamily="34" charset="0"/>
              </a:rPr>
            </a:br>
            <a:r>
              <a:rPr lang="en-US" sz="2000" dirty="0">
                <a:latin typeface="Aptos Narrow" panose="020B0004020202020204" pitchFamily="34" charset="0"/>
              </a:rPr>
              <a:t>✔ Married customers spend </a:t>
            </a:r>
            <a:r>
              <a:rPr lang="en-US" sz="2000" b="1" dirty="0">
                <a:solidFill>
                  <a:srgbClr val="FF0000"/>
                </a:solidFill>
                <a:latin typeface="Aptos Narrow" panose="020B0004020202020204" pitchFamily="34" charset="0"/>
              </a:rPr>
              <a:t>more</a:t>
            </a:r>
            <a:r>
              <a:rPr lang="en-US" sz="2000" dirty="0">
                <a:latin typeface="Aptos Narrow" panose="020B0004020202020204" pitchFamily="34" charset="0"/>
              </a:rPr>
              <a:t> than single customers.</a:t>
            </a:r>
            <a:br>
              <a:rPr lang="en-US" sz="2000" dirty="0">
                <a:latin typeface="Aptos Narrow" panose="020B0004020202020204" pitchFamily="34" charset="0"/>
              </a:rPr>
            </a:br>
            <a:r>
              <a:rPr lang="en-US" sz="2000" dirty="0">
                <a:latin typeface="Aptos Narrow" panose="020B0004020202020204" pitchFamily="34" charset="0"/>
              </a:rPr>
              <a:t>✔ </a:t>
            </a:r>
            <a:r>
              <a:rPr lang="en-US" sz="2000" b="1" dirty="0">
                <a:solidFill>
                  <a:srgbClr val="FF0000"/>
                </a:solidFill>
                <a:latin typeface="Aptos Narrow" panose="020B0004020202020204" pitchFamily="34" charset="0"/>
              </a:rPr>
              <a:t>Business professionals </a:t>
            </a:r>
            <a:r>
              <a:rPr lang="en-US" sz="2000" dirty="0">
                <a:latin typeface="Aptos Narrow" panose="020B0004020202020204" pitchFamily="34" charset="0"/>
              </a:rPr>
              <a:t>contribute the highest income levels.</a:t>
            </a:r>
            <a:br>
              <a:rPr lang="en-US" sz="2000" dirty="0">
                <a:latin typeface="Aptos Narrow" panose="020B0004020202020204" pitchFamily="34" charset="0"/>
              </a:rPr>
            </a:br>
            <a:endParaRPr lang="en-US" sz="1800" dirty="0">
              <a:latin typeface="Aptos Narrow" panose="020B00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88B1D-28C5-C399-CA01-21BE7C5F1E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60080" y="1956816"/>
            <a:ext cx="3246120" cy="3986784"/>
          </a:xfrm>
        </p:spPr>
        <p:txBody>
          <a:bodyPr/>
          <a:lstStyle/>
          <a:p>
            <a:r>
              <a:rPr lang="en-US" b="1" i="1" dirty="0"/>
              <a:t>INTEREST EARNING: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C5E498-99B3-E3F4-A9B8-F11B4B9B0F27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3" y="2944368"/>
            <a:ext cx="2779311" cy="2785100"/>
          </a:xfrm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200" dirty="0">
                <a:latin typeface="Aptos Narrow" panose="020B0004020202020204" pitchFamily="34" charset="0"/>
              </a:rPr>
              <a:t>Interest earnings increase from age </a:t>
            </a:r>
            <a:r>
              <a:rPr lang="en-US" altLang="en-US" sz="2200" b="1" dirty="0">
                <a:solidFill>
                  <a:srgbClr val="FF0000"/>
                </a:solidFill>
                <a:latin typeface="Aptos Narrow" panose="020B0004020202020204" pitchFamily="34" charset="0"/>
              </a:rPr>
              <a:t>30 to 50.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200" dirty="0">
                <a:latin typeface="Aptos Narrow" panose="020B0004020202020204" pitchFamily="34" charset="0"/>
              </a:rPr>
              <a:t>Peak earnings occur between ages </a:t>
            </a:r>
            <a:r>
              <a:rPr lang="en-US" altLang="en-US" sz="2200" b="1" dirty="0">
                <a:solidFill>
                  <a:srgbClr val="FF0000"/>
                </a:solidFill>
                <a:latin typeface="Aptos Narrow" panose="020B0004020202020204" pitchFamily="34" charset="0"/>
              </a:rPr>
              <a:t>45–50.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200" dirty="0">
                <a:latin typeface="Aptos Narrow" panose="020B0004020202020204" pitchFamily="34" charset="0"/>
              </a:rPr>
              <a:t>After age 55, interest contribution gradually </a:t>
            </a:r>
            <a:r>
              <a:rPr lang="en-US" altLang="en-US" sz="2200" b="1" dirty="0">
                <a:solidFill>
                  <a:srgbClr val="FF0000"/>
                </a:solidFill>
                <a:latin typeface="Aptos Narrow" panose="020B0004020202020204" pitchFamily="34" charset="0"/>
              </a:rPr>
              <a:t>declines.</a:t>
            </a:r>
          </a:p>
          <a:p>
            <a:endParaRPr lang="en-US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25633612-F774-0CAE-9E5C-D01184B4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C2B4FE06-34C7-A80C-5DBE-4F5168C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71672" y="6411282"/>
            <a:ext cx="1448656" cy="316116"/>
          </a:xfrm>
        </p:spPr>
        <p:txBody>
          <a:bodyPr/>
          <a:lstStyle/>
          <a:p>
            <a:r>
              <a:rPr lang="en-US" dirty="0"/>
              <a:t>Credit card Analysis Report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E227DBC0-C280-AC5C-C7A8-FF8D56C9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09524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AD6B-0EBB-7092-13C6-240F8A4A4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546" y="1104533"/>
            <a:ext cx="6962454" cy="1162762"/>
          </a:xfrm>
        </p:spPr>
        <p:txBody>
          <a:bodyPr/>
          <a:lstStyle/>
          <a:p>
            <a:r>
              <a:rPr lang="en-US" sz="3200" b="1" i="1" dirty="0"/>
              <a:t>BUSINESS SUGGESTIONS:</a:t>
            </a:r>
            <a:br>
              <a:rPr lang="en-US" dirty="0"/>
            </a:b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A450CD4-3018-DBCF-3A32-B72A7DCF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8A7A36-D72D-EE0E-5836-EC60E3E1A8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06481" y="1786876"/>
            <a:ext cx="595399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Promoting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ptos Narrow" panose="020B0004020202020204" pitchFamily="34" charset="0"/>
              </a:rPr>
              <a:t>Gold and Platinum cards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to increase premium segment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Encouraging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ptos Narrow" panose="020B0004020202020204" pitchFamily="34" charset="0"/>
              </a:rPr>
              <a:t>online payments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with cashback or reward programs.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Could Launch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ptos Narrow" panose="020B0004020202020204" pitchFamily="34" charset="0"/>
              </a:rPr>
              <a:t>youth-focused credit cards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to increase usage in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ptos Narrow" panose="020B0004020202020204" pitchFamily="34" charset="0"/>
              </a:rPr>
              <a:t>20–30 segment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Offering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ptos Narrow" panose="020B0004020202020204" pitchFamily="34" charset="0"/>
              </a:rPr>
              <a:t>travel rewards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to boost travel category spending.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Target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ptos Narrow" panose="020B0004020202020204" pitchFamily="34" charset="0"/>
              </a:rPr>
              <a:t>business professionals and graduates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with tailored credit card offers.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Aptos Narrow" panose="020B0004020202020204" pitchFamily="34" charset="0"/>
              </a:rPr>
              <a:t>Improving customer satisfaction</a:t>
            </a:r>
            <a:r>
              <a:rPr lang="en-US" sz="2000" dirty="0">
                <a:solidFill>
                  <a:srgbClr val="FF0000"/>
                </a:solidFill>
                <a:latin typeface="Aptos Narrow" panose="020B0004020202020204" pitchFamily="34" charset="0"/>
              </a:rPr>
              <a:t> </a:t>
            </a:r>
            <a:r>
              <a:rPr lang="en-US" sz="2000" dirty="0">
                <a:latin typeface="Aptos Narrow" panose="020B0004020202020204" pitchFamily="34" charset="0"/>
              </a:rPr>
              <a:t>through better rewards, services, and support.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59EA6F8-520C-E386-0B90-0C2C22CFD28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43033" r="14667"/>
          <a:stretch>
            <a:fillRect/>
          </a:stretch>
        </p:blipFill>
        <p:spPr>
          <a:xfrm>
            <a:off x="0" y="0"/>
            <a:ext cx="4351128" cy="6858000"/>
          </a:xfrm>
        </p:spPr>
      </p:pic>
    </p:spTree>
    <p:extLst>
      <p:ext uri="{BB962C8B-B14F-4D97-AF65-F5344CB8AC3E}">
        <p14:creationId xmlns:p14="http://schemas.microsoft.com/office/powerpoint/2010/main" val="591722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4C5B759-93CB-5B5A-B1D2-2E3C42747C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Thank you!</a:t>
            </a:r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518B68B6-5284-F036-E87F-9BC3A435A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032" y="3964969"/>
            <a:ext cx="3913632" cy="1883664"/>
          </a:xfrm>
        </p:spPr>
        <p:txBody>
          <a:bodyPr/>
          <a:lstStyle/>
          <a:p>
            <a:r>
              <a:rPr lang="en-US" sz="2000" b="1" i="1" dirty="0">
                <a:solidFill>
                  <a:schemeClr val="accent3">
                    <a:lumMod val="75000"/>
                  </a:schemeClr>
                </a:solidFill>
                <a:latin typeface="Aptos Narrow" panose="020B0004020202020204" pitchFamily="34" charset="0"/>
              </a:rPr>
              <a:t>VIKASINI D</a:t>
            </a:r>
          </a:p>
          <a:p>
            <a:r>
              <a:rPr lang="en-US" dirty="0">
                <a:hlinkClick r:id="rId2"/>
              </a:rPr>
              <a:t>vikasinidevaraj.08@gmail.com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AAD4914-55B2-691A-08E0-397D7EC1F2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7237" t="3236" r="20099" b="9694"/>
          <a:stretch>
            <a:fillRect/>
          </a:stretch>
        </p:blipFill>
        <p:spPr>
          <a:xfrm>
            <a:off x="6400800" y="818707"/>
            <a:ext cx="4636008" cy="4912242"/>
          </a:xfrm>
        </p:spPr>
      </p:pic>
    </p:spTree>
    <p:extLst>
      <p:ext uri="{BB962C8B-B14F-4D97-AF65-F5344CB8AC3E}">
        <p14:creationId xmlns:p14="http://schemas.microsoft.com/office/powerpoint/2010/main" val="2397583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{40439571-926C-451D-979F-794F65B57A94}tf11429527_win32</Template>
  <TotalTime>257</TotalTime>
  <Words>530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Aptos Display</vt:lpstr>
      <vt:lpstr>Aptos Narrow</vt:lpstr>
      <vt:lpstr>Arial</vt:lpstr>
      <vt:lpstr>Arial Narrow</vt:lpstr>
      <vt:lpstr>Arial Rounded MT Bold</vt:lpstr>
      <vt:lpstr>Calibri</vt:lpstr>
      <vt:lpstr>Century Gothic</vt:lpstr>
      <vt:lpstr>DM Sans Medium</vt:lpstr>
      <vt:lpstr>Karla</vt:lpstr>
      <vt:lpstr>Univers Condensed Light</vt:lpstr>
      <vt:lpstr>Wingdings</vt:lpstr>
      <vt:lpstr>Office Theme</vt:lpstr>
      <vt:lpstr>CREDIT CARD ANALYSIS REPORT</vt:lpstr>
      <vt:lpstr>KEY SEGMENTS</vt:lpstr>
      <vt:lpstr>PROJECT OVERVIEW : </vt:lpstr>
      <vt:lpstr>DATA EXTRACTION:</vt:lpstr>
      <vt:lpstr>DATA PROCESSING AND DAX QUERIES:</vt:lpstr>
      <vt:lpstr>DASHBOARDS:</vt:lpstr>
      <vt:lpstr>PowerPoint Presentation</vt:lpstr>
      <vt:lpstr>GENERAL INSIGHTS:</vt:lpstr>
      <vt:lpstr>INSIGHTS WITH CREDIT CARD TRANSACTIONS:</vt:lpstr>
      <vt:lpstr>INSIGHTS WITH CREDIT CUSTOMERS:</vt:lpstr>
      <vt:lpstr>BUSINESS SUGGESTIONS: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Lohitya Harini Devaraj</dc:creator>
  <cp:lastModifiedBy>Lohitya Harini Devaraj</cp:lastModifiedBy>
  <cp:revision>2</cp:revision>
  <dcterms:created xsi:type="dcterms:W3CDTF">2026-03-04T05:56:24Z</dcterms:created>
  <dcterms:modified xsi:type="dcterms:W3CDTF">2026-03-04T15:08:12Z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